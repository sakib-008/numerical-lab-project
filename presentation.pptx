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6" r:id="rId6"/>
    <p:sldId id="267" r:id="rId7"/>
    <p:sldId id="274" r:id="rId8"/>
    <p:sldId id="275" r:id="rId9"/>
    <p:sldId id="268" r:id="rId10"/>
    <p:sldId id="270" r:id="rId11"/>
    <p:sldId id="269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12FB8-99BA-46AB-8D3A-3D7542B8E93D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C92C2-C328-4794-B093-339E21C08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23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35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A54D3-CF46-B447-6DDC-C8534718F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4E228-4B6B-6E01-24EC-E2A747A19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1DC1A-B0D3-A35A-E065-456C029E6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B7D59-9D3D-D2E2-98AB-26FDFEF75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83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5818-FF25-5538-4827-B75D7B55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71DBD-2FC7-FF75-FD95-116B5023A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0C68D-FF1F-F845-05C1-DBEC4237B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87BC9-E829-5A12-D9BD-43151B01A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94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5ECFF-3D4D-7F14-83E7-30CD5428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E912C-F1A3-CF2E-62B8-64604ECB1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64CAE-62B9-9F63-00EC-AA713043C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5CA03-7E49-9AD5-38E5-37E859BDB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03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D8306-CA57-15A7-5346-92A7E6F9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A0925-81D6-87B2-0C1C-72A205273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D11D0-AED3-752E-F6C2-80F9A3153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96D58-A72A-4CD0-E056-24060C104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99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F6898-FEA2-33B5-8F0F-577B5A7A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E5049-A880-E9AC-E492-CB72008F0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F7A9E-57EC-6071-ECC6-F06A792DB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87024-F965-7EFC-3CE2-DA89F00FF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63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87360-E890-6EDB-97DB-A15D64229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E4643-69FB-B364-484A-D9E5D6BB9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D1F08-3DCE-4BA7-4785-F1526500D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BD4C2-DC0B-5463-73FA-0D500431A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7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EB31C-878B-389E-83F9-63EEEFFC9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541C7-9A5B-AA62-2E4B-F5B6F6144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F2EE1-FC2D-336F-5DFC-BE4A9979E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63F5-4449-0B46-ED77-8C50570FB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20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66B0-8E35-61B7-6974-B519ADC8F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0CCBA-5BF5-E85A-0EED-F557AF66A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70F07-0308-A762-DE7C-5E6BA83F7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B5629-2C85-2FCF-AA06-7B24B4E25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05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90DCB-6978-1F7D-1C1B-97639705F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CDF94-2D47-1BEF-25D4-2EECE7435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0860C-4E25-CDD5-8BEF-E78706562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CC9F5-23A4-13E0-42E6-0DF83EC44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88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F7900-5D6E-698F-B709-4E438198C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9C14E-CFA8-0378-C923-7FBE7319E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96D94-A710-AA93-1A88-606F94D08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71640-2B14-793D-C3B8-24B9878A7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19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AA82-F88F-1712-6CC9-0F5413C7F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F80BA-7692-3C0F-496E-EB3F2AB42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0F3D3-FAB8-B505-02E0-8E129836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6FA49-E761-5710-F1BB-BF02E02BC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D2C2E-8871-3E7D-F8D1-8A1F6DC9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2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EA54B-5D7B-D15E-50F5-25AD3AEB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7256D-8CAD-C71A-7A45-F9680DEAA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4669A-C3CF-6F46-20E4-0C2CAC7E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C289B-50E1-E2BF-5B46-B294CA405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B2ADE-4520-57EF-1BC3-22B3B67A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94946-2DB8-ACA1-5B13-D94C2697A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D362E-EC15-CAFB-B5E5-86774359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89EEA-59A4-418A-B3AA-2426CEF9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9FDA5-0C80-5CB2-28A5-67E94A8B1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3AA53-3766-4E58-3342-451893F33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5D5C6-337D-9F69-F2BB-76D5D465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95C99-2340-68CF-D781-6D259AE69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8026B-282C-4DCF-927D-8A724597B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F534A-26BD-66B8-74D8-4B25DCA0B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61547-078C-1D34-973A-0CA4E568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37D4A-9061-2C10-72D7-292A72B9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1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0D1B-1929-6023-FEF6-52F89154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0528C-E5EA-D9E5-5712-516307106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8C893-50AF-63ED-3F3B-8BC389489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7942B-5DE9-6374-DDC4-05F67F9A7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C2F63-EEA7-CBFF-8666-64E84483E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4F3BC-4595-04F4-5B09-234485DF9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7E94C3-4E1F-4C85-8D31-008498884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27BE60-BFA9-C764-A94E-5FAD8446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98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8308-C0DF-5641-D55D-5AE37935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09599-AFAA-EBC7-CE91-7CCA0617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A38691-033B-1352-E30D-FA802C98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37551-6854-94D6-6D17-4A613CCF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90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7FD56-6F88-9322-4CDC-10BC2D3E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A04A0-153B-5802-B09B-69B07C825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BFAED-0DFF-3E2C-99E8-4D35AA8F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6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3F45-1EF7-E7D6-18EF-7C821937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D84AA-59EC-C863-2250-CF96239CD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658E0-D4B7-69FF-7CEA-D114D7DBA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C657C-F765-D938-B73A-6EA02AA3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7811B-F6D0-C82E-22CD-56215ABFC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9C914-71CE-41DC-B8B5-E6F61AB7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419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263B-DB89-82ED-D247-C98E53F13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D224FA-893E-7AA9-E6D9-5F04B1D47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2A942-2BB3-50A9-05E4-504A1DBC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7237D-9C94-5352-C7EF-B3D0BDD7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54080-6BFD-F3BC-058C-297DE60D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035AF-CB8F-9549-C3CD-7BA39CA80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21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E803-8F18-5062-8411-F3BCA43AE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38848-9C9A-9D22-9C6E-CAA23C473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3FA62-C29D-DF91-1AFB-CFE4A08A4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92364-223D-0F7A-1CE3-421C26F1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AC904-9E81-F016-A0F6-B0AE10BD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82CF4-BDF7-AB6B-B162-E4CC8924E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2D7ED-4953-7B04-B293-792C9EED6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FFC4D-DF77-70FB-260A-13EAD942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D04B7-A693-69DA-D1ED-496D22CF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F08AF-2C76-B82C-9FD0-C59D6468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26329-A3DD-3676-B664-3ABDF18D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84B4B-A1A3-698A-9E5E-2F8D4F8E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1BE2D-804B-D990-F713-09A097849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93E42-2F99-4BEB-99C7-C79532C6B3A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0726B-1312-6ADB-0608-4DE5A297D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72134-8EA3-B61E-EBB1-E46C4D252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84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0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10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4.png"/><Relationship Id="rId5" Type="http://schemas.openxmlformats.org/officeDocument/2006/relationships/image" Target="../media/image20.png"/><Relationship Id="rId10" Type="http://schemas.openxmlformats.org/officeDocument/2006/relationships/image" Target="../media/image43.png"/><Relationship Id="rId4" Type="http://schemas.openxmlformats.org/officeDocument/2006/relationships/image" Target="../media/image11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20.png"/><Relationship Id="rId4" Type="http://schemas.openxmlformats.org/officeDocument/2006/relationships/image" Target="../media/image11.png"/><Relationship Id="rId9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0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36.png"/><Relationship Id="rId4" Type="http://schemas.openxmlformats.org/officeDocument/2006/relationships/image" Target="../media/image11.png"/><Relationship Id="rId9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CCCF4EB-C4B6-5065-FE34-C78D34C39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612" y="-160414"/>
            <a:ext cx="5333243" cy="410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94658F71-C846-AC83-3714-C114C99AC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812" y="5796200"/>
            <a:ext cx="2012452" cy="733527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F03BF62-853B-2F13-AAD8-7A501ACA1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46" y="3259227"/>
            <a:ext cx="3614601" cy="3598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53F9EE3-ADFD-DECF-CDA0-DDD134813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989" y="0"/>
            <a:ext cx="6543040" cy="739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C9078898-8042-074B-7F6D-F674C3067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3862" y="3206796"/>
            <a:ext cx="1333686" cy="1200318"/>
          </a:xfrm>
          <a:prstGeom prst="rect">
            <a:avLst/>
          </a:prstGeom>
        </p:spPr>
      </p:pic>
      <p:pic>
        <p:nvPicPr>
          <p:cNvPr id="12" name="Picture 11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4097B7A9-B929-55EF-992A-BB86814D24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00" y="6548109"/>
            <a:ext cx="1333686" cy="309891"/>
          </a:xfrm>
          <a:prstGeom prst="rect">
            <a:avLst/>
          </a:prstGeom>
        </p:spPr>
      </p:pic>
      <p:pic>
        <p:nvPicPr>
          <p:cNvPr id="14" name="Picture 13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8358B6CF-DCAB-61BF-D81D-BCF7173A90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5234" y="3259227"/>
            <a:ext cx="1761552" cy="91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40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D2387-6E53-D572-E9E1-E29DA0E7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9B77830-0C53-6BA1-6BD9-DE40AF32D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678" y="-387183"/>
            <a:ext cx="7061200" cy="763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242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5146D-AC23-9613-B0F8-BFC14FDC6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7A16875E-B279-9D6F-C0C0-E4E633504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613" y="235743"/>
            <a:ext cx="12192000" cy="638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D71BC066-B69C-C4D6-5338-DCFB522A7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806" y="5812518"/>
            <a:ext cx="1771726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9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D275C-B8F5-A972-DE44-BB11DCB9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693D37-230D-6FB5-1561-EC42AD035443}"/>
              </a:ext>
            </a:extLst>
          </p:cNvPr>
          <p:cNvSpPr txBox="1"/>
          <p:nvPr/>
        </p:nvSpPr>
        <p:spPr>
          <a:xfrm>
            <a:off x="2129495" y="447865"/>
            <a:ext cx="7351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Methods implemented by 2207007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3BB628-A11C-2719-BFAF-B0F7D93B3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747" y="3187386"/>
            <a:ext cx="1676460" cy="4426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C759D33-40B8-AAD0-D289-9A56A5E8CF49}"/>
              </a:ext>
            </a:extLst>
          </p:cNvPr>
          <p:cNvSpPr txBox="1"/>
          <p:nvPr/>
        </p:nvSpPr>
        <p:spPr>
          <a:xfrm>
            <a:off x="2129495" y="1342157"/>
            <a:ext cx="7633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4000" dirty="0"/>
              <a:t>False Position Method</a:t>
            </a:r>
          </a:p>
          <a:p>
            <a:pPr marL="342900" indent="-342900">
              <a:buAutoNum type="arabicPeriod"/>
            </a:pPr>
            <a:r>
              <a:rPr lang="en-US" sz="4000" dirty="0"/>
              <a:t>Newton Raphson Method</a:t>
            </a:r>
          </a:p>
          <a:p>
            <a:pPr marL="342900" indent="-342900">
              <a:buAutoNum type="arabicPeriod"/>
            </a:pPr>
            <a:r>
              <a:rPr lang="en-US" sz="4000" dirty="0"/>
              <a:t>Secant Method</a:t>
            </a:r>
          </a:p>
          <a:p>
            <a:pPr marL="342900" indent="-342900">
              <a:buAutoNum type="arabicPeriod"/>
            </a:pPr>
            <a:r>
              <a:rPr lang="en-US" sz="4000" dirty="0"/>
              <a:t>Simpson’s 1/3 Method</a:t>
            </a:r>
          </a:p>
          <a:p>
            <a:pPr marL="342900" indent="-342900">
              <a:buAutoNum type="arabicPeriod"/>
            </a:pPr>
            <a:r>
              <a:rPr lang="en-US" sz="4000" dirty="0"/>
              <a:t>Simpson’s 3/8 Method</a:t>
            </a:r>
          </a:p>
        </p:txBody>
      </p:sp>
    </p:spTree>
    <p:extLst>
      <p:ext uri="{BB962C8B-B14F-4D97-AF65-F5344CB8AC3E}">
        <p14:creationId xmlns:p14="http://schemas.microsoft.com/office/powerpoint/2010/main" val="2743927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13F01-C24A-C366-4C3B-68870884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D6DB273-03ED-C898-081D-3C64C258369F}"/>
              </a:ext>
            </a:extLst>
          </p:cNvPr>
          <p:cNvSpPr txBox="1"/>
          <p:nvPr/>
        </p:nvSpPr>
        <p:spPr>
          <a:xfrm>
            <a:off x="5111691" y="135113"/>
            <a:ext cx="1968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2207007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15DF2F-68E1-E341-A51C-A9895DC4A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747" y="3187386"/>
            <a:ext cx="1676460" cy="44263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5D80069-ABD4-5804-CC94-895F3E011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1C50DA4-1DBB-CCBB-2F5C-4CDCDFE0D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480" y="1587735"/>
            <a:ext cx="5072443" cy="4916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97AF7B-EF57-E5D5-AE42-E41B66B47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169" y="4234125"/>
            <a:ext cx="2400635" cy="1438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5A6369-671F-DC48-C460-5163F705C2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2274886"/>
            <a:ext cx="4510039" cy="1641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5EAD4C-C966-F2C1-EB8E-ACBB827F40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3236" y="5592250"/>
            <a:ext cx="1266131" cy="5898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41EFBB-034E-CE31-3B9B-89F79DF731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5370" y="3724710"/>
            <a:ext cx="3839111" cy="21624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4ADDF5-03B8-0703-6894-A5DD5CC0D4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2888" y="1587735"/>
            <a:ext cx="3824077" cy="19271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535FEB-01F3-B995-F17B-2AAE1506ED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5445" y="6019303"/>
            <a:ext cx="1622478" cy="5898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33E7C5-2B4E-7EAB-06A5-519B8E166F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1992" y="1513127"/>
            <a:ext cx="3424376" cy="5898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F026BDB-FFB2-4768-57EC-F77613429BA3}"/>
              </a:ext>
            </a:extLst>
          </p:cNvPr>
          <p:cNvSpPr txBox="1"/>
          <p:nvPr/>
        </p:nvSpPr>
        <p:spPr>
          <a:xfrm>
            <a:off x="3478928" y="824120"/>
            <a:ext cx="4650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False Position Process</a:t>
            </a:r>
          </a:p>
        </p:txBody>
      </p:sp>
    </p:spTree>
    <p:extLst>
      <p:ext uri="{BB962C8B-B14F-4D97-AF65-F5344CB8AC3E}">
        <p14:creationId xmlns:p14="http://schemas.microsoft.com/office/powerpoint/2010/main" val="1547938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097B0-C916-EC10-3AC2-C4EC3AB7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D285251-2E74-31B2-D6DF-36D59255E867}"/>
              </a:ext>
            </a:extLst>
          </p:cNvPr>
          <p:cNvSpPr txBox="1"/>
          <p:nvPr/>
        </p:nvSpPr>
        <p:spPr>
          <a:xfrm>
            <a:off x="4127383" y="136969"/>
            <a:ext cx="3640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2207007</a:t>
            </a:r>
            <a:endParaRPr lang="en-US" sz="6000" b="1" dirty="0"/>
          </a:p>
        </p:txBody>
      </p: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639AD18-7549-719D-9A20-7010F884F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6C7023A3-3EB2-C5ED-0479-5A9BE24BB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133" y="859452"/>
            <a:ext cx="4281240" cy="5491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A8B455-27B2-672A-CCC8-18FD69CF4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629" y="5889278"/>
            <a:ext cx="1692484" cy="809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292B21-F44E-6D43-619F-A4819F97E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2113" y="1420740"/>
            <a:ext cx="3970756" cy="27381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CF6ECA-C4EE-6ADC-F7F8-ABCA2C5FDE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2113" y="4317530"/>
            <a:ext cx="3970756" cy="22394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4A3E13-BC30-C9FD-96F6-B3B275B979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31" y="1420740"/>
            <a:ext cx="3838843" cy="27409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BE44C9-35C6-FC22-C2B2-13CBB4A22D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31" y="4349846"/>
            <a:ext cx="3785722" cy="211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78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7593-FAD2-0088-F090-584D8F090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BEEA88-2DDB-2E20-59FB-A780827166FB}"/>
              </a:ext>
            </a:extLst>
          </p:cNvPr>
          <p:cNvSpPr txBox="1"/>
          <p:nvPr/>
        </p:nvSpPr>
        <p:spPr>
          <a:xfrm>
            <a:off x="4127383" y="136969"/>
            <a:ext cx="3640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2207007</a:t>
            </a:r>
            <a:endParaRPr lang="en-US" sz="6000" b="1" dirty="0"/>
          </a:p>
        </p:txBody>
      </p: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100FFE80-2298-0042-C496-53E29D1D6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5069C-1A18-E533-6E57-D264677A2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629" y="5889278"/>
            <a:ext cx="1692484" cy="809738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BB36D1A-4803-D604-F31F-414AB38F3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018" y="1197863"/>
            <a:ext cx="4919963" cy="521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CA4055-313C-12D9-EE98-30356F6A1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242" y="5723870"/>
            <a:ext cx="1533739" cy="609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A7C2330-B4B2-7877-14E4-FCA2FB473C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590" y="1197863"/>
            <a:ext cx="2724530" cy="25721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D9D6FD4-5EFE-8712-AA8A-D4C7E39D9D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007" y="4067203"/>
            <a:ext cx="3063798" cy="221274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48BD50-4413-F7D4-AB15-BF84351E45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5981" y="1206654"/>
            <a:ext cx="3038899" cy="26578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056FCD8-0D12-7F4B-7A9E-C3A6AFC83D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5871" y="4897396"/>
            <a:ext cx="4349547" cy="16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31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BB010-0814-8DE6-291E-A240308D8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6E2BCFB-FD49-D60C-797E-68A8434B6707}"/>
              </a:ext>
            </a:extLst>
          </p:cNvPr>
          <p:cNvSpPr txBox="1"/>
          <p:nvPr/>
        </p:nvSpPr>
        <p:spPr>
          <a:xfrm>
            <a:off x="4127383" y="136969"/>
            <a:ext cx="3640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2207007</a:t>
            </a:r>
            <a:endParaRPr lang="en-US" sz="6000" b="1" dirty="0"/>
          </a:p>
        </p:txBody>
      </p: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89DF09B-893B-7F3C-FDED-8D291E988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1634E-AAA2-5B54-B2F7-77D2E4776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629" y="5889278"/>
            <a:ext cx="1692484" cy="8097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81BD7D4-7F70-DD3A-0476-1FA56C461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242" y="5723870"/>
            <a:ext cx="1533739" cy="609685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F1EAFA3C-C441-E400-C598-2C66E5567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526" y="1090441"/>
            <a:ext cx="5968453" cy="199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8BD0F7-8152-E18D-92B1-702DE6C0F5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6721" y="2675056"/>
            <a:ext cx="2324424" cy="952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5DFCA5-1455-413B-7DE9-1EB134DD11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106" y="3681055"/>
            <a:ext cx="3942351" cy="1994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371544-A92F-ACFB-65AD-3F490B354D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1005" y="3429000"/>
            <a:ext cx="4375855" cy="316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6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6884-9CCA-9CA2-FADD-CF60A15C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2510188-3DA7-A270-46CB-5449E0B6E4E3}"/>
              </a:ext>
            </a:extLst>
          </p:cNvPr>
          <p:cNvSpPr txBox="1"/>
          <p:nvPr/>
        </p:nvSpPr>
        <p:spPr>
          <a:xfrm>
            <a:off x="4127383" y="136969"/>
            <a:ext cx="3640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2207008</a:t>
            </a:r>
            <a:endParaRPr lang="en-US" sz="6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3E37EC-5693-0EEA-6B7B-F844286CB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747" y="3187386"/>
            <a:ext cx="1676460" cy="44263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E16EBDD-3A10-A66B-7BCA-1ACD6EBF9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78A1A8-0012-417A-3488-6590790C6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629" y="5889278"/>
            <a:ext cx="1692484" cy="809738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802F8061-3D25-DD9D-A099-1C38BAFFE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754" y="998290"/>
            <a:ext cx="8680499" cy="249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79BE5283-31EE-3816-9D5D-590E0EA8A8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426" y="3133588"/>
            <a:ext cx="1966538" cy="47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29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B3A16-567D-8584-2491-788FCF12F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85209BF-FF86-517D-73A5-CD2EA5AB52F9}"/>
              </a:ext>
            </a:extLst>
          </p:cNvPr>
          <p:cNvSpPr txBox="1"/>
          <p:nvPr/>
        </p:nvSpPr>
        <p:spPr>
          <a:xfrm>
            <a:off x="4127383" y="136969"/>
            <a:ext cx="3640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2207008</a:t>
            </a:r>
            <a:endParaRPr lang="en-US" sz="6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24FC55-4233-0065-6DEF-D8F57E1CF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747" y="3187386"/>
            <a:ext cx="1676460" cy="44263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B05FD34-61C2-2915-D872-9DF3FF5D0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A550A9-1C06-4128-00DD-73C39A572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629" y="5889278"/>
            <a:ext cx="1692484" cy="809738"/>
          </a:xfrm>
          <a:prstGeom prst="rect">
            <a:avLst/>
          </a:prstGeom>
        </p:spPr>
      </p:pic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D5BD398-8457-EF09-8B2C-2FDC585E6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426" y="3133588"/>
            <a:ext cx="1966538" cy="471554"/>
          </a:xfrm>
          <a:prstGeom prst="rect">
            <a:avLst/>
          </a:prstGeo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7E574304-8EE1-E7D6-4152-A3876BC7E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383" y="973095"/>
            <a:ext cx="3747011" cy="5264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8EFFA259-0683-4A4D-7C32-0605750D38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276" y="5736858"/>
            <a:ext cx="1548847" cy="73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67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35971-B5C7-E744-5C2D-B67934AB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EE2FDA5-E441-331A-E350-E2FC43DE51C2}"/>
              </a:ext>
            </a:extLst>
          </p:cNvPr>
          <p:cNvSpPr txBox="1"/>
          <p:nvPr/>
        </p:nvSpPr>
        <p:spPr>
          <a:xfrm>
            <a:off x="4127383" y="136969"/>
            <a:ext cx="3640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2207008</a:t>
            </a:r>
            <a:endParaRPr lang="en-US" sz="6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4B5AE4-5DBC-57FC-3125-B0EFF31EB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747" y="3187386"/>
            <a:ext cx="1676460" cy="44263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624BB93-A938-0412-9418-A49A36186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A27CEC-3374-B393-F70D-6565E1E98A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629" y="5889278"/>
            <a:ext cx="1692484" cy="809738"/>
          </a:xfrm>
          <a:prstGeom prst="rect">
            <a:avLst/>
          </a:prstGeom>
        </p:spPr>
      </p:pic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F64F26C-BD17-A0B8-B67E-D682D1A063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426" y="3133588"/>
            <a:ext cx="1966538" cy="471554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B93C67E1-E192-E045-87FE-2275ED48A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855" y="1057829"/>
            <a:ext cx="8618846" cy="257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C5D2131-4FF6-8AC3-A38F-1EBFB2CF76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891" y="3123395"/>
            <a:ext cx="2504942" cy="47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69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46D3-FD68-DF9E-483B-75F192523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F6E83F-F972-8069-BE62-9A0A6D966740}"/>
              </a:ext>
            </a:extLst>
          </p:cNvPr>
          <p:cNvSpPr txBox="1"/>
          <p:nvPr/>
        </p:nvSpPr>
        <p:spPr>
          <a:xfrm>
            <a:off x="5034477" y="158984"/>
            <a:ext cx="22942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2207009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712E47-6D10-2D7C-02FF-384717EF7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747" y="3187386"/>
            <a:ext cx="1676460" cy="44263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BEF0118-25B5-FB9F-1D72-C8D5D1536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396826-CE19-E37F-D3B7-FB9E3A514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629" y="5889278"/>
            <a:ext cx="1692484" cy="809738"/>
          </a:xfrm>
          <a:prstGeom prst="rect">
            <a:avLst/>
          </a:prstGeom>
        </p:spPr>
      </p:pic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0751910-F0B9-0963-E70A-EE2AB3DD04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426" y="3133588"/>
            <a:ext cx="1966538" cy="471554"/>
          </a:xfrm>
          <a:prstGeom prst="rect">
            <a:avLst/>
          </a:prstGeom>
        </p:spPr>
      </p:pic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167CEA3-337E-E2C7-94FC-4D29ADB98D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891" y="3123395"/>
            <a:ext cx="2504942" cy="471553"/>
          </a:xfrm>
          <a:prstGeom prst="rect">
            <a:avLst/>
          </a:prstGeom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0166119A-5F77-86C0-488F-E1C76BB6B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620" y="718405"/>
            <a:ext cx="5668759" cy="179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F8A4D66-57EC-CF9F-DDAB-16D9A63383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8224" y="4000464"/>
            <a:ext cx="1888919" cy="4715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CAC24C-FA76-328D-1103-17BA75D381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089" y="189932"/>
            <a:ext cx="2524477" cy="38105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4FAF64-2F14-5E1B-5254-08631D73DC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5992" y="4108549"/>
            <a:ext cx="5934903" cy="25721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4EDB6A-154C-F6E3-3DC7-7E42E1BAE5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44795" y="236991"/>
            <a:ext cx="3276598" cy="3393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24BC7C-E3E5-8DC0-4EE6-B2EABA95CDC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42113" y="3801909"/>
            <a:ext cx="3918854" cy="29199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42509F3-E04E-BB95-C79C-3973F2292B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5983" y="2267262"/>
            <a:ext cx="1133633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6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F72A6-B8AB-38C4-0708-3A16D7CB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61D67B9-7E09-A35F-B25E-E578909958ED}"/>
              </a:ext>
            </a:extLst>
          </p:cNvPr>
          <p:cNvSpPr txBox="1"/>
          <p:nvPr/>
        </p:nvSpPr>
        <p:spPr>
          <a:xfrm>
            <a:off x="4127383" y="136969"/>
            <a:ext cx="3640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2207009</a:t>
            </a:r>
            <a:endParaRPr lang="en-US" sz="6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879FDD-6AD2-0C47-4CD5-40F4F58DB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747" y="3187386"/>
            <a:ext cx="1676460" cy="44263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86C20B4-3DBF-E7AA-E227-182E33345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8549D9-A730-3746-3D2D-B7F3094A5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629" y="5889278"/>
            <a:ext cx="1692484" cy="809738"/>
          </a:xfrm>
          <a:prstGeom prst="rect">
            <a:avLst/>
          </a:prstGeom>
        </p:spPr>
      </p:pic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5F44A51-9FD7-919B-F62A-DEF7214E04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426" y="3133588"/>
            <a:ext cx="1966538" cy="471554"/>
          </a:xfrm>
          <a:prstGeom prst="rect">
            <a:avLst/>
          </a:prstGeom>
        </p:spPr>
      </p:pic>
      <p:pic>
        <p:nvPicPr>
          <p:cNvPr id="7" name="Picture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F345F1C-BC84-CDA0-870F-06C96DE289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8224" y="4000464"/>
            <a:ext cx="1888919" cy="471553"/>
          </a:xfrm>
          <a:prstGeom prst="rect">
            <a:avLst/>
          </a:prstGeom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442EA303-2D4A-F184-B5FA-277FFBDCB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393" y="1182150"/>
            <a:ext cx="4862185" cy="5344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7459F5F-5270-5E45-90CC-C92CC229EA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5244" y="6167340"/>
            <a:ext cx="994438" cy="51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84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9795A-1C60-0279-8A7E-C5B10F2FD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895B4CE-13D9-DEF4-0363-429A1C975689}"/>
              </a:ext>
            </a:extLst>
          </p:cNvPr>
          <p:cNvSpPr txBox="1"/>
          <p:nvPr/>
        </p:nvSpPr>
        <p:spPr>
          <a:xfrm>
            <a:off x="3973268" y="175555"/>
            <a:ext cx="3640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2207009</a:t>
            </a:r>
            <a:endParaRPr lang="en-US" sz="6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9B6244-AEEF-27A1-D002-990DDA480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747" y="3187386"/>
            <a:ext cx="1676460" cy="44263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895041D-339C-C6A7-52D6-DD61F90B4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0159171-6909-283D-5052-685B2E700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426" y="3133588"/>
            <a:ext cx="1966538" cy="471554"/>
          </a:xfrm>
          <a:prstGeom prst="rect">
            <a:avLst/>
          </a:prstGeom>
        </p:spPr>
      </p:pic>
      <p:pic>
        <p:nvPicPr>
          <p:cNvPr id="8" name="Picture 7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C21FAE5-FD79-4F4D-F4E7-B7C619C907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5244" y="6167340"/>
            <a:ext cx="994438" cy="515105"/>
          </a:xfrm>
          <a:prstGeom prst="rect">
            <a:avLst/>
          </a:prstGeom>
        </p:spPr>
      </p:pic>
      <p:pic>
        <p:nvPicPr>
          <p:cNvPr id="13314" name="Picture 2">
            <a:extLst>
              <a:ext uri="{FF2B5EF4-FFF2-40B4-BE49-F238E27FC236}">
                <a16:creationId xmlns:a16="http://schemas.microsoft.com/office/drawing/2014/main" id="{D3415DB0-3C1E-9685-81E2-9B70EB8AC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581" y="1078664"/>
            <a:ext cx="7838114" cy="244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6D1067-F44C-B2BD-A108-9833AE3A3B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9426" y="3684857"/>
            <a:ext cx="1285631" cy="375415"/>
          </a:xfrm>
          <a:prstGeom prst="rect">
            <a:avLst/>
          </a:prstGeom>
        </p:spPr>
      </p:pic>
      <p:pic>
        <p:nvPicPr>
          <p:cNvPr id="12" name="Picture 11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C099DCFD-0637-4040-D9C2-FCCED37C4B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3240" y="3176678"/>
            <a:ext cx="1409351" cy="50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01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42</Words>
  <Application>Microsoft Office PowerPoint</Application>
  <PresentationFormat>Widescreen</PresentationFormat>
  <Paragraphs>28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Istiaque Ahmed Asif</dc:creator>
  <cp:lastModifiedBy>Fahim Hossen</cp:lastModifiedBy>
  <cp:revision>2</cp:revision>
  <dcterms:created xsi:type="dcterms:W3CDTF">2025-12-18T18:00:57Z</dcterms:created>
  <dcterms:modified xsi:type="dcterms:W3CDTF">2025-12-19T23:26:00Z</dcterms:modified>
</cp:coreProperties>
</file>